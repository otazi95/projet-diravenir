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6" r:id="rId10"/>
    <p:sldId id="277" r:id="rId11"/>
    <p:sldId id="267" r:id="rId12"/>
    <p:sldId id="270" r:id="rId13"/>
    <p:sldId id="272" r:id="rId14"/>
    <p:sldId id="271" r:id="rId15"/>
    <p:sldId id="274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E1C"/>
    <a:srgbClr val="4B01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C5285A-44BC-42C0-9173-BB1F26F4AF5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2720A8-D218-41FB-B341-18F5BA9E0CAC}">
      <dgm:prSet/>
      <dgm:spPr/>
      <dgm:t>
        <a:bodyPr/>
        <a:lstStyle/>
        <a:p>
          <a:r>
            <a:rPr lang="fr-FR" dirty="0"/>
            <a:t>Introduction</a:t>
          </a:r>
          <a:endParaRPr lang="en-US" dirty="0"/>
        </a:p>
      </dgm:t>
    </dgm:pt>
    <dgm:pt modelId="{E671987E-B032-4F4A-82C7-07AC5C60F060}" type="parTrans" cxnId="{70EF76F7-DF7C-4B1E-8574-D21CEC632721}">
      <dgm:prSet/>
      <dgm:spPr/>
      <dgm:t>
        <a:bodyPr/>
        <a:lstStyle/>
        <a:p>
          <a:endParaRPr lang="en-US"/>
        </a:p>
      </dgm:t>
    </dgm:pt>
    <dgm:pt modelId="{50157FF9-7144-45A3-B5C2-C54A7C82B102}" type="sibTrans" cxnId="{70EF76F7-DF7C-4B1E-8574-D21CEC632721}">
      <dgm:prSet/>
      <dgm:spPr/>
      <dgm:t>
        <a:bodyPr/>
        <a:lstStyle/>
        <a:p>
          <a:endParaRPr lang="en-US"/>
        </a:p>
      </dgm:t>
    </dgm:pt>
    <dgm:pt modelId="{60B984E3-7C57-4A77-B832-EFF911F86B49}">
      <dgm:prSet/>
      <dgm:spPr/>
      <dgm:t>
        <a:bodyPr/>
        <a:lstStyle/>
        <a:p>
          <a:r>
            <a:rPr lang="en-US" dirty="0"/>
            <a:t>Cadre du </a:t>
          </a:r>
          <a:r>
            <a:rPr lang="en-US" dirty="0" err="1"/>
            <a:t>projet</a:t>
          </a:r>
          <a:endParaRPr lang="en-US" dirty="0"/>
        </a:p>
      </dgm:t>
    </dgm:pt>
    <dgm:pt modelId="{22705104-EA94-4A90-AC90-A567D9EB93D1}" type="parTrans" cxnId="{71160160-1D88-4865-9489-D77655C8C8D2}">
      <dgm:prSet/>
      <dgm:spPr/>
      <dgm:t>
        <a:bodyPr/>
        <a:lstStyle/>
        <a:p>
          <a:endParaRPr lang="en-US"/>
        </a:p>
      </dgm:t>
    </dgm:pt>
    <dgm:pt modelId="{545CD050-C49B-4A7B-B589-A3D51B585D6F}" type="sibTrans" cxnId="{71160160-1D88-4865-9489-D77655C8C8D2}">
      <dgm:prSet/>
      <dgm:spPr/>
      <dgm:t>
        <a:bodyPr/>
        <a:lstStyle/>
        <a:p>
          <a:endParaRPr lang="en-US"/>
        </a:p>
      </dgm:t>
    </dgm:pt>
    <dgm:pt modelId="{6DCCE22A-9FA3-40B0-8F79-1E56595D0383}">
      <dgm:prSet/>
      <dgm:spPr/>
      <dgm:t>
        <a:bodyPr/>
        <a:lstStyle/>
        <a:p>
          <a:r>
            <a:rPr lang="fr-FR"/>
            <a:t>Conception</a:t>
          </a:r>
          <a:endParaRPr lang="en-US"/>
        </a:p>
      </dgm:t>
    </dgm:pt>
    <dgm:pt modelId="{977D4337-3EFD-45EB-9095-F82EE366AEFE}" type="parTrans" cxnId="{8D68564F-4F7C-44B9-9074-21F4E9323203}">
      <dgm:prSet/>
      <dgm:spPr/>
      <dgm:t>
        <a:bodyPr/>
        <a:lstStyle/>
        <a:p>
          <a:endParaRPr lang="en-US"/>
        </a:p>
      </dgm:t>
    </dgm:pt>
    <dgm:pt modelId="{FE93B0AF-C47A-4601-9ACF-8E6C718EB9AA}" type="sibTrans" cxnId="{8D68564F-4F7C-44B9-9074-21F4E9323203}">
      <dgm:prSet/>
      <dgm:spPr/>
      <dgm:t>
        <a:bodyPr/>
        <a:lstStyle/>
        <a:p>
          <a:endParaRPr lang="en-US"/>
        </a:p>
      </dgm:t>
    </dgm:pt>
    <dgm:pt modelId="{3249B5A4-CE62-41AA-B8F5-760CB4FCDFC2}">
      <dgm:prSet/>
      <dgm:spPr/>
      <dgm:t>
        <a:bodyPr/>
        <a:lstStyle/>
        <a:p>
          <a:r>
            <a:rPr lang="fr-FR" dirty="0"/>
            <a:t>Technologies utiliser</a:t>
          </a:r>
          <a:endParaRPr lang="en-US" dirty="0"/>
        </a:p>
      </dgm:t>
    </dgm:pt>
    <dgm:pt modelId="{42C1579E-776B-4567-80E7-FF5A07DD7FA4}" type="parTrans" cxnId="{A6128DEE-BD71-44A9-9F9C-5EE15400379D}">
      <dgm:prSet/>
      <dgm:spPr/>
      <dgm:t>
        <a:bodyPr/>
        <a:lstStyle/>
        <a:p>
          <a:endParaRPr lang="en-US"/>
        </a:p>
      </dgm:t>
    </dgm:pt>
    <dgm:pt modelId="{17FFA596-BB54-4805-A7B2-933D36F2CDCE}" type="sibTrans" cxnId="{A6128DEE-BD71-44A9-9F9C-5EE15400379D}">
      <dgm:prSet/>
      <dgm:spPr/>
      <dgm:t>
        <a:bodyPr/>
        <a:lstStyle/>
        <a:p>
          <a:endParaRPr lang="en-US"/>
        </a:p>
      </dgm:t>
    </dgm:pt>
    <dgm:pt modelId="{6674C000-6839-4CE1-89B0-71E961B81680}">
      <dgm:prSet/>
      <dgm:spPr/>
      <dgm:t>
        <a:bodyPr/>
        <a:lstStyle/>
        <a:p>
          <a:r>
            <a:rPr lang="fr-FR" dirty="0"/>
            <a:t>Implémentation </a:t>
          </a:r>
          <a:endParaRPr lang="en-US" dirty="0"/>
        </a:p>
      </dgm:t>
    </dgm:pt>
    <dgm:pt modelId="{4AEF7EF7-187D-4AD7-9E75-511EE40A5C5A}" type="parTrans" cxnId="{BE0F3045-1290-4F03-AE3F-1DD2BCA8B2C3}">
      <dgm:prSet/>
      <dgm:spPr/>
      <dgm:t>
        <a:bodyPr/>
        <a:lstStyle/>
        <a:p>
          <a:endParaRPr lang="en-US"/>
        </a:p>
      </dgm:t>
    </dgm:pt>
    <dgm:pt modelId="{06BBC57A-3780-4658-98B3-DB27DEE81799}" type="sibTrans" cxnId="{BE0F3045-1290-4F03-AE3F-1DD2BCA8B2C3}">
      <dgm:prSet/>
      <dgm:spPr/>
      <dgm:t>
        <a:bodyPr/>
        <a:lstStyle/>
        <a:p>
          <a:endParaRPr lang="en-US"/>
        </a:p>
      </dgm:t>
    </dgm:pt>
    <dgm:pt modelId="{2CCDAC02-78C4-43BA-9DFF-583C1B487B7D}">
      <dgm:prSet/>
      <dgm:spPr/>
      <dgm:t>
        <a:bodyPr/>
        <a:lstStyle/>
        <a:p>
          <a:r>
            <a:rPr lang="fr-FR" dirty="0"/>
            <a:t>Conclusion</a:t>
          </a:r>
          <a:endParaRPr lang="en-US" dirty="0"/>
        </a:p>
      </dgm:t>
    </dgm:pt>
    <dgm:pt modelId="{E7D5C1C1-715D-404E-A176-1384C26CCA6B}" type="parTrans" cxnId="{44A69A54-6605-4145-AC0C-5D019B4B34AD}">
      <dgm:prSet/>
      <dgm:spPr/>
      <dgm:t>
        <a:bodyPr/>
        <a:lstStyle/>
        <a:p>
          <a:endParaRPr lang="en-US"/>
        </a:p>
      </dgm:t>
    </dgm:pt>
    <dgm:pt modelId="{735893AC-D8EE-4982-92AC-FA9EECA6C637}" type="sibTrans" cxnId="{44A69A54-6605-4145-AC0C-5D019B4B34AD}">
      <dgm:prSet/>
      <dgm:spPr/>
      <dgm:t>
        <a:bodyPr/>
        <a:lstStyle/>
        <a:p>
          <a:endParaRPr lang="en-US"/>
        </a:p>
      </dgm:t>
    </dgm:pt>
    <dgm:pt modelId="{642CF158-36B4-4B79-B96C-92518DCA8B11}" type="pres">
      <dgm:prSet presAssocID="{22C5285A-44BC-42C0-9173-BB1F26F4AF51}" presName="Name0" presStyleCnt="0">
        <dgm:presLayoutVars>
          <dgm:dir/>
          <dgm:resizeHandles val="exact"/>
        </dgm:presLayoutVars>
      </dgm:prSet>
      <dgm:spPr/>
    </dgm:pt>
    <dgm:pt modelId="{847C2A3A-C7AB-4193-83AA-FD911C1D7966}" type="pres">
      <dgm:prSet presAssocID="{E92720A8-D218-41FB-B341-18F5BA9E0CAC}" presName="node" presStyleLbl="node1" presStyleIdx="0" presStyleCnt="6">
        <dgm:presLayoutVars>
          <dgm:bulletEnabled val="1"/>
        </dgm:presLayoutVars>
      </dgm:prSet>
      <dgm:spPr/>
    </dgm:pt>
    <dgm:pt modelId="{BD865259-2860-40A0-AA31-4EF8B8DDB2F0}" type="pres">
      <dgm:prSet presAssocID="{50157FF9-7144-45A3-B5C2-C54A7C82B102}" presName="sibTrans" presStyleLbl="sibTrans1D1" presStyleIdx="0" presStyleCnt="5"/>
      <dgm:spPr/>
    </dgm:pt>
    <dgm:pt modelId="{CB17D5DD-1878-4365-8A6B-3D03B0A9C37C}" type="pres">
      <dgm:prSet presAssocID="{50157FF9-7144-45A3-B5C2-C54A7C82B102}" presName="connectorText" presStyleLbl="sibTrans1D1" presStyleIdx="0" presStyleCnt="5"/>
      <dgm:spPr/>
    </dgm:pt>
    <dgm:pt modelId="{62E5A00C-21A8-40B7-AD41-7A6E7571F96A}" type="pres">
      <dgm:prSet presAssocID="{60B984E3-7C57-4A77-B832-EFF911F86B49}" presName="node" presStyleLbl="node1" presStyleIdx="1" presStyleCnt="6">
        <dgm:presLayoutVars>
          <dgm:bulletEnabled val="1"/>
        </dgm:presLayoutVars>
      </dgm:prSet>
      <dgm:spPr/>
    </dgm:pt>
    <dgm:pt modelId="{63711F25-8F4B-422F-9D0A-410F78A14B4A}" type="pres">
      <dgm:prSet presAssocID="{545CD050-C49B-4A7B-B589-A3D51B585D6F}" presName="sibTrans" presStyleLbl="sibTrans1D1" presStyleIdx="1" presStyleCnt="5"/>
      <dgm:spPr/>
    </dgm:pt>
    <dgm:pt modelId="{F8EF55D2-752F-4A81-B0EA-C9C5BBFA9A9D}" type="pres">
      <dgm:prSet presAssocID="{545CD050-C49B-4A7B-B589-A3D51B585D6F}" presName="connectorText" presStyleLbl="sibTrans1D1" presStyleIdx="1" presStyleCnt="5"/>
      <dgm:spPr/>
    </dgm:pt>
    <dgm:pt modelId="{ED9B6EDC-803D-4B7C-BB86-C899A2386CFD}" type="pres">
      <dgm:prSet presAssocID="{6DCCE22A-9FA3-40B0-8F79-1E56595D0383}" presName="node" presStyleLbl="node1" presStyleIdx="2" presStyleCnt="6">
        <dgm:presLayoutVars>
          <dgm:bulletEnabled val="1"/>
        </dgm:presLayoutVars>
      </dgm:prSet>
      <dgm:spPr/>
    </dgm:pt>
    <dgm:pt modelId="{C66833FB-F3BD-4937-89A3-301B0683A161}" type="pres">
      <dgm:prSet presAssocID="{FE93B0AF-C47A-4601-9ACF-8E6C718EB9AA}" presName="sibTrans" presStyleLbl="sibTrans1D1" presStyleIdx="2" presStyleCnt="5"/>
      <dgm:spPr/>
    </dgm:pt>
    <dgm:pt modelId="{F1E2DCEB-CEA7-48D5-8769-DA22506175A2}" type="pres">
      <dgm:prSet presAssocID="{FE93B0AF-C47A-4601-9ACF-8E6C718EB9AA}" presName="connectorText" presStyleLbl="sibTrans1D1" presStyleIdx="2" presStyleCnt="5"/>
      <dgm:spPr/>
    </dgm:pt>
    <dgm:pt modelId="{5F484F89-0199-4548-915B-AFD779C0E79E}" type="pres">
      <dgm:prSet presAssocID="{3249B5A4-CE62-41AA-B8F5-760CB4FCDFC2}" presName="node" presStyleLbl="node1" presStyleIdx="3" presStyleCnt="6">
        <dgm:presLayoutVars>
          <dgm:bulletEnabled val="1"/>
        </dgm:presLayoutVars>
      </dgm:prSet>
      <dgm:spPr/>
    </dgm:pt>
    <dgm:pt modelId="{C331416B-B938-455D-B5F1-58ADACF3FED3}" type="pres">
      <dgm:prSet presAssocID="{17FFA596-BB54-4805-A7B2-933D36F2CDCE}" presName="sibTrans" presStyleLbl="sibTrans1D1" presStyleIdx="3" presStyleCnt="5"/>
      <dgm:spPr/>
    </dgm:pt>
    <dgm:pt modelId="{5FEFCEB4-B12C-48F3-AABD-9B256D89E477}" type="pres">
      <dgm:prSet presAssocID="{17FFA596-BB54-4805-A7B2-933D36F2CDCE}" presName="connectorText" presStyleLbl="sibTrans1D1" presStyleIdx="3" presStyleCnt="5"/>
      <dgm:spPr/>
    </dgm:pt>
    <dgm:pt modelId="{612F53B9-5CF1-40EC-B42D-1B4DD20D1D97}" type="pres">
      <dgm:prSet presAssocID="{6674C000-6839-4CE1-89B0-71E961B81680}" presName="node" presStyleLbl="node1" presStyleIdx="4" presStyleCnt="6">
        <dgm:presLayoutVars>
          <dgm:bulletEnabled val="1"/>
        </dgm:presLayoutVars>
      </dgm:prSet>
      <dgm:spPr/>
    </dgm:pt>
    <dgm:pt modelId="{EEBBAB01-1650-4A81-82F3-53CFF787449E}" type="pres">
      <dgm:prSet presAssocID="{06BBC57A-3780-4658-98B3-DB27DEE81799}" presName="sibTrans" presStyleLbl="sibTrans1D1" presStyleIdx="4" presStyleCnt="5"/>
      <dgm:spPr/>
    </dgm:pt>
    <dgm:pt modelId="{48EA5A84-803E-4B05-AA2D-A808B983AD86}" type="pres">
      <dgm:prSet presAssocID="{06BBC57A-3780-4658-98B3-DB27DEE81799}" presName="connectorText" presStyleLbl="sibTrans1D1" presStyleIdx="4" presStyleCnt="5"/>
      <dgm:spPr/>
    </dgm:pt>
    <dgm:pt modelId="{05CE8ED3-816D-45C1-9D16-DF812B98981A}" type="pres">
      <dgm:prSet presAssocID="{2CCDAC02-78C4-43BA-9DFF-583C1B487B7D}" presName="node" presStyleLbl="node1" presStyleIdx="5" presStyleCnt="6">
        <dgm:presLayoutVars>
          <dgm:bulletEnabled val="1"/>
        </dgm:presLayoutVars>
      </dgm:prSet>
      <dgm:spPr/>
    </dgm:pt>
  </dgm:ptLst>
  <dgm:cxnLst>
    <dgm:cxn modelId="{48AA0632-7C42-4700-A82C-396C1EED759A}" type="presOf" srcId="{545CD050-C49B-4A7B-B589-A3D51B585D6F}" destId="{F8EF55D2-752F-4A81-B0EA-C9C5BBFA9A9D}" srcOrd="1" destOrd="0" presId="urn:microsoft.com/office/officeart/2016/7/layout/RepeatingBendingProcessNew"/>
    <dgm:cxn modelId="{1026E13F-F5A5-40FB-90AA-0D7AD76C2AC3}" type="presOf" srcId="{06BBC57A-3780-4658-98B3-DB27DEE81799}" destId="{EEBBAB01-1650-4A81-82F3-53CFF787449E}" srcOrd="0" destOrd="0" presId="urn:microsoft.com/office/officeart/2016/7/layout/RepeatingBendingProcessNew"/>
    <dgm:cxn modelId="{62856640-8E07-4F51-8EFF-ED00A0058B8C}" type="presOf" srcId="{50157FF9-7144-45A3-B5C2-C54A7C82B102}" destId="{CB17D5DD-1878-4365-8A6B-3D03B0A9C37C}" srcOrd="1" destOrd="0" presId="urn:microsoft.com/office/officeart/2016/7/layout/RepeatingBendingProcessNew"/>
    <dgm:cxn modelId="{71160160-1D88-4865-9489-D77655C8C8D2}" srcId="{22C5285A-44BC-42C0-9173-BB1F26F4AF51}" destId="{60B984E3-7C57-4A77-B832-EFF911F86B49}" srcOrd="1" destOrd="0" parTransId="{22705104-EA94-4A90-AC90-A567D9EB93D1}" sibTransId="{545CD050-C49B-4A7B-B589-A3D51B585D6F}"/>
    <dgm:cxn modelId="{4F137E44-71D4-4374-A461-5D61AA35CF95}" type="presOf" srcId="{17FFA596-BB54-4805-A7B2-933D36F2CDCE}" destId="{C331416B-B938-455D-B5F1-58ADACF3FED3}" srcOrd="0" destOrd="0" presId="urn:microsoft.com/office/officeart/2016/7/layout/RepeatingBendingProcessNew"/>
    <dgm:cxn modelId="{BC1BD944-F9DB-453B-8F28-419693AB07BF}" type="presOf" srcId="{6674C000-6839-4CE1-89B0-71E961B81680}" destId="{612F53B9-5CF1-40EC-B42D-1B4DD20D1D97}" srcOrd="0" destOrd="0" presId="urn:microsoft.com/office/officeart/2016/7/layout/RepeatingBendingProcessNew"/>
    <dgm:cxn modelId="{BE0F3045-1290-4F03-AE3F-1DD2BCA8B2C3}" srcId="{22C5285A-44BC-42C0-9173-BB1F26F4AF51}" destId="{6674C000-6839-4CE1-89B0-71E961B81680}" srcOrd="4" destOrd="0" parTransId="{4AEF7EF7-187D-4AD7-9E75-511EE40A5C5A}" sibTransId="{06BBC57A-3780-4658-98B3-DB27DEE81799}"/>
    <dgm:cxn modelId="{D29AB968-E2F9-4C34-BAF7-7071CAB5CB19}" type="presOf" srcId="{545CD050-C49B-4A7B-B589-A3D51B585D6F}" destId="{63711F25-8F4B-422F-9D0A-410F78A14B4A}" srcOrd="0" destOrd="0" presId="urn:microsoft.com/office/officeart/2016/7/layout/RepeatingBendingProcessNew"/>
    <dgm:cxn modelId="{8D68564F-4F7C-44B9-9074-21F4E9323203}" srcId="{22C5285A-44BC-42C0-9173-BB1F26F4AF51}" destId="{6DCCE22A-9FA3-40B0-8F79-1E56595D0383}" srcOrd="2" destOrd="0" parTransId="{977D4337-3EFD-45EB-9095-F82EE366AEFE}" sibTransId="{FE93B0AF-C47A-4601-9ACF-8E6C718EB9AA}"/>
    <dgm:cxn modelId="{44A69A54-6605-4145-AC0C-5D019B4B34AD}" srcId="{22C5285A-44BC-42C0-9173-BB1F26F4AF51}" destId="{2CCDAC02-78C4-43BA-9DFF-583C1B487B7D}" srcOrd="5" destOrd="0" parTransId="{E7D5C1C1-715D-404E-A176-1384C26CCA6B}" sibTransId="{735893AC-D8EE-4982-92AC-FA9EECA6C637}"/>
    <dgm:cxn modelId="{900BFD55-D57A-4AE1-A78A-B087B465D5DA}" type="presOf" srcId="{06BBC57A-3780-4658-98B3-DB27DEE81799}" destId="{48EA5A84-803E-4B05-AA2D-A808B983AD86}" srcOrd="1" destOrd="0" presId="urn:microsoft.com/office/officeart/2016/7/layout/RepeatingBendingProcessNew"/>
    <dgm:cxn modelId="{7D8E2684-E737-4D65-B5BD-714816631DED}" type="presOf" srcId="{6DCCE22A-9FA3-40B0-8F79-1E56595D0383}" destId="{ED9B6EDC-803D-4B7C-BB86-C899A2386CFD}" srcOrd="0" destOrd="0" presId="urn:microsoft.com/office/officeart/2016/7/layout/RepeatingBendingProcessNew"/>
    <dgm:cxn modelId="{C7582D86-2112-4488-B613-649D5C46C80A}" type="presOf" srcId="{2CCDAC02-78C4-43BA-9DFF-583C1B487B7D}" destId="{05CE8ED3-816D-45C1-9D16-DF812B98981A}" srcOrd="0" destOrd="0" presId="urn:microsoft.com/office/officeart/2016/7/layout/RepeatingBendingProcessNew"/>
    <dgm:cxn modelId="{AB385690-4F7F-4465-A5BA-D683E8E5AB95}" type="presOf" srcId="{FE93B0AF-C47A-4601-9ACF-8E6C718EB9AA}" destId="{F1E2DCEB-CEA7-48D5-8769-DA22506175A2}" srcOrd="1" destOrd="0" presId="urn:microsoft.com/office/officeart/2016/7/layout/RepeatingBendingProcessNew"/>
    <dgm:cxn modelId="{6D598099-041F-4556-B7DE-371C29D35EAA}" type="presOf" srcId="{60B984E3-7C57-4A77-B832-EFF911F86B49}" destId="{62E5A00C-21A8-40B7-AD41-7A6E7571F96A}" srcOrd="0" destOrd="0" presId="urn:microsoft.com/office/officeart/2016/7/layout/RepeatingBendingProcessNew"/>
    <dgm:cxn modelId="{EB5465A6-3A5E-4B33-8C6A-B594891616F6}" type="presOf" srcId="{E92720A8-D218-41FB-B341-18F5BA9E0CAC}" destId="{847C2A3A-C7AB-4193-83AA-FD911C1D7966}" srcOrd="0" destOrd="0" presId="urn:microsoft.com/office/officeart/2016/7/layout/RepeatingBendingProcessNew"/>
    <dgm:cxn modelId="{5703C8B4-B736-4D80-ABB5-CE329D9D1460}" type="presOf" srcId="{22C5285A-44BC-42C0-9173-BB1F26F4AF51}" destId="{642CF158-36B4-4B79-B96C-92518DCA8B11}" srcOrd="0" destOrd="0" presId="urn:microsoft.com/office/officeart/2016/7/layout/RepeatingBendingProcessNew"/>
    <dgm:cxn modelId="{3DDC26BD-EBEC-41CD-AEE4-A4ECD4E332D6}" type="presOf" srcId="{50157FF9-7144-45A3-B5C2-C54A7C82B102}" destId="{BD865259-2860-40A0-AA31-4EF8B8DDB2F0}" srcOrd="0" destOrd="0" presId="urn:microsoft.com/office/officeart/2016/7/layout/RepeatingBendingProcessNew"/>
    <dgm:cxn modelId="{0B73F8E3-AC51-490E-BE46-2FBE29AE749A}" type="presOf" srcId="{3249B5A4-CE62-41AA-B8F5-760CB4FCDFC2}" destId="{5F484F89-0199-4548-915B-AFD779C0E79E}" srcOrd="0" destOrd="0" presId="urn:microsoft.com/office/officeart/2016/7/layout/RepeatingBendingProcessNew"/>
    <dgm:cxn modelId="{40CF4CE6-EEFF-4C7A-B0BE-9F08A6EDD1E0}" type="presOf" srcId="{17FFA596-BB54-4805-A7B2-933D36F2CDCE}" destId="{5FEFCEB4-B12C-48F3-AABD-9B256D89E477}" srcOrd="1" destOrd="0" presId="urn:microsoft.com/office/officeart/2016/7/layout/RepeatingBendingProcessNew"/>
    <dgm:cxn modelId="{A6128DEE-BD71-44A9-9F9C-5EE15400379D}" srcId="{22C5285A-44BC-42C0-9173-BB1F26F4AF51}" destId="{3249B5A4-CE62-41AA-B8F5-760CB4FCDFC2}" srcOrd="3" destOrd="0" parTransId="{42C1579E-776B-4567-80E7-FF5A07DD7FA4}" sibTransId="{17FFA596-BB54-4805-A7B2-933D36F2CDCE}"/>
    <dgm:cxn modelId="{70EF76F7-DF7C-4B1E-8574-D21CEC632721}" srcId="{22C5285A-44BC-42C0-9173-BB1F26F4AF51}" destId="{E92720A8-D218-41FB-B341-18F5BA9E0CAC}" srcOrd="0" destOrd="0" parTransId="{E671987E-B032-4F4A-82C7-07AC5C60F060}" sibTransId="{50157FF9-7144-45A3-B5C2-C54A7C82B102}"/>
    <dgm:cxn modelId="{53785DFB-C0D3-4D69-B065-5E15228C1121}" type="presOf" srcId="{FE93B0AF-C47A-4601-9ACF-8E6C718EB9AA}" destId="{C66833FB-F3BD-4937-89A3-301B0683A161}" srcOrd="0" destOrd="0" presId="urn:microsoft.com/office/officeart/2016/7/layout/RepeatingBendingProcessNew"/>
    <dgm:cxn modelId="{A804E582-9487-4C72-BE74-7D01BA9EBBD2}" type="presParOf" srcId="{642CF158-36B4-4B79-B96C-92518DCA8B11}" destId="{847C2A3A-C7AB-4193-83AA-FD911C1D7966}" srcOrd="0" destOrd="0" presId="urn:microsoft.com/office/officeart/2016/7/layout/RepeatingBendingProcessNew"/>
    <dgm:cxn modelId="{7C027B14-995B-4BD4-B97A-69B262F9983D}" type="presParOf" srcId="{642CF158-36B4-4B79-B96C-92518DCA8B11}" destId="{BD865259-2860-40A0-AA31-4EF8B8DDB2F0}" srcOrd="1" destOrd="0" presId="urn:microsoft.com/office/officeart/2016/7/layout/RepeatingBendingProcessNew"/>
    <dgm:cxn modelId="{60E69923-9F1B-465C-8225-4B08020936CE}" type="presParOf" srcId="{BD865259-2860-40A0-AA31-4EF8B8DDB2F0}" destId="{CB17D5DD-1878-4365-8A6B-3D03B0A9C37C}" srcOrd="0" destOrd="0" presId="urn:microsoft.com/office/officeart/2016/7/layout/RepeatingBendingProcessNew"/>
    <dgm:cxn modelId="{5D75F799-F4E7-47EC-8638-E0776683987B}" type="presParOf" srcId="{642CF158-36B4-4B79-B96C-92518DCA8B11}" destId="{62E5A00C-21A8-40B7-AD41-7A6E7571F96A}" srcOrd="2" destOrd="0" presId="urn:microsoft.com/office/officeart/2016/7/layout/RepeatingBendingProcessNew"/>
    <dgm:cxn modelId="{7AE5CDA1-52A7-4B23-9DE0-96554A9F8C66}" type="presParOf" srcId="{642CF158-36B4-4B79-B96C-92518DCA8B11}" destId="{63711F25-8F4B-422F-9D0A-410F78A14B4A}" srcOrd="3" destOrd="0" presId="urn:microsoft.com/office/officeart/2016/7/layout/RepeatingBendingProcessNew"/>
    <dgm:cxn modelId="{CE93CF93-2758-4FE7-988C-6DE87C594506}" type="presParOf" srcId="{63711F25-8F4B-422F-9D0A-410F78A14B4A}" destId="{F8EF55D2-752F-4A81-B0EA-C9C5BBFA9A9D}" srcOrd="0" destOrd="0" presId="urn:microsoft.com/office/officeart/2016/7/layout/RepeatingBendingProcessNew"/>
    <dgm:cxn modelId="{64E4100F-42D2-4C80-8AD0-A35A0CF2A068}" type="presParOf" srcId="{642CF158-36B4-4B79-B96C-92518DCA8B11}" destId="{ED9B6EDC-803D-4B7C-BB86-C899A2386CFD}" srcOrd="4" destOrd="0" presId="urn:microsoft.com/office/officeart/2016/7/layout/RepeatingBendingProcessNew"/>
    <dgm:cxn modelId="{D24D4139-38BC-43CD-BA7C-2522015E235E}" type="presParOf" srcId="{642CF158-36B4-4B79-B96C-92518DCA8B11}" destId="{C66833FB-F3BD-4937-89A3-301B0683A161}" srcOrd="5" destOrd="0" presId="urn:microsoft.com/office/officeart/2016/7/layout/RepeatingBendingProcessNew"/>
    <dgm:cxn modelId="{5D9E1C43-F07D-4BC5-B4B7-B7EA26649C67}" type="presParOf" srcId="{C66833FB-F3BD-4937-89A3-301B0683A161}" destId="{F1E2DCEB-CEA7-48D5-8769-DA22506175A2}" srcOrd="0" destOrd="0" presId="urn:microsoft.com/office/officeart/2016/7/layout/RepeatingBendingProcessNew"/>
    <dgm:cxn modelId="{FFBE8E00-039D-4C40-9B8C-7650418FBE28}" type="presParOf" srcId="{642CF158-36B4-4B79-B96C-92518DCA8B11}" destId="{5F484F89-0199-4548-915B-AFD779C0E79E}" srcOrd="6" destOrd="0" presId="urn:microsoft.com/office/officeart/2016/7/layout/RepeatingBendingProcessNew"/>
    <dgm:cxn modelId="{88217984-7A87-484D-B121-33C6DAFC5081}" type="presParOf" srcId="{642CF158-36B4-4B79-B96C-92518DCA8B11}" destId="{C331416B-B938-455D-B5F1-58ADACF3FED3}" srcOrd="7" destOrd="0" presId="urn:microsoft.com/office/officeart/2016/7/layout/RepeatingBendingProcessNew"/>
    <dgm:cxn modelId="{2F235EB6-7B3B-4783-9C22-31E325955B5C}" type="presParOf" srcId="{C331416B-B938-455D-B5F1-58ADACF3FED3}" destId="{5FEFCEB4-B12C-48F3-AABD-9B256D89E477}" srcOrd="0" destOrd="0" presId="urn:microsoft.com/office/officeart/2016/7/layout/RepeatingBendingProcessNew"/>
    <dgm:cxn modelId="{8ECFB187-EF50-44A7-BB5E-769269C207D6}" type="presParOf" srcId="{642CF158-36B4-4B79-B96C-92518DCA8B11}" destId="{612F53B9-5CF1-40EC-B42D-1B4DD20D1D97}" srcOrd="8" destOrd="0" presId="urn:microsoft.com/office/officeart/2016/7/layout/RepeatingBendingProcessNew"/>
    <dgm:cxn modelId="{10534DD6-63EF-4464-A3EA-D22AB4DD61E2}" type="presParOf" srcId="{642CF158-36B4-4B79-B96C-92518DCA8B11}" destId="{EEBBAB01-1650-4A81-82F3-53CFF787449E}" srcOrd="9" destOrd="0" presId="urn:microsoft.com/office/officeart/2016/7/layout/RepeatingBendingProcessNew"/>
    <dgm:cxn modelId="{A293EAA8-BAC5-495C-873C-709B867708EE}" type="presParOf" srcId="{EEBBAB01-1650-4A81-82F3-53CFF787449E}" destId="{48EA5A84-803E-4B05-AA2D-A808B983AD86}" srcOrd="0" destOrd="0" presId="urn:microsoft.com/office/officeart/2016/7/layout/RepeatingBendingProcessNew"/>
    <dgm:cxn modelId="{DB83FDE0-48E8-41C6-857E-C599AF4586B8}" type="presParOf" srcId="{642CF158-36B4-4B79-B96C-92518DCA8B11}" destId="{05CE8ED3-816D-45C1-9D16-DF812B98981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65259-2860-40A0-AA31-4EF8B8DDB2F0}">
      <dsp:nvSpPr>
        <dsp:cNvPr id="0" name=""/>
        <dsp:cNvSpPr/>
      </dsp:nvSpPr>
      <dsp:spPr>
        <a:xfrm>
          <a:off x="3288175" y="76519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7375" y="807811"/>
        <a:ext cx="30999" cy="6199"/>
      </dsp:txXfrm>
    </dsp:sp>
    <dsp:sp modelId="{847C2A3A-C7AB-4193-83AA-FD911C1D7966}">
      <dsp:nvSpPr>
        <dsp:cNvPr id="0" name=""/>
        <dsp:cNvSpPr/>
      </dsp:nvSpPr>
      <dsp:spPr>
        <a:xfrm>
          <a:off x="594326" y="2217"/>
          <a:ext cx="2695649" cy="16173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Introduction</a:t>
          </a:r>
          <a:endParaRPr lang="en-US" sz="2600" kern="1200" dirty="0"/>
        </a:p>
      </dsp:txBody>
      <dsp:txXfrm>
        <a:off x="594326" y="2217"/>
        <a:ext cx="2695649" cy="1617389"/>
      </dsp:txXfrm>
    </dsp:sp>
    <dsp:sp modelId="{63711F25-8F4B-422F-9D0A-410F78A14B4A}">
      <dsp:nvSpPr>
        <dsp:cNvPr id="0" name=""/>
        <dsp:cNvSpPr/>
      </dsp:nvSpPr>
      <dsp:spPr>
        <a:xfrm>
          <a:off x="6603824" y="76519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83024" y="807811"/>
        <a:ext cx="30999" cy="6199"/>
      </dsp:txXfrm>
    </dsp:sp>
    <dsp:sp modelId="{62E5A00C-21A8-40B7-AD41-7A6E7571F96A}">
      <dsp:nvSpPr>
        <dsp:cNvPr id="0" name=""/>
        <dsp:cNvSpPr/>
      </dsp:nvSpPr>
      <dsp:spPr>
        <a:xfrm>
          <a:off x="3909975" y="2217"/>
          <a:ext cx="2695649" cy="16173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Cadre du </a:t>
          </a:r>
          <a:r>
            <a:rPr lang="en-US" sz="2600" kern="1200" dirty="0" err="1"/>
            <a:t>projet</a:t>
          </a:r>
          <a:endParaRPr lang="en-US" sz="2600" kern="1200" dirty="0"/>
        </a:p>
      </dsp:txBody>
      <dsp:txXfrm>
        <a:off x="3909975" y="2217"/>
        <a:ext cx="2695649" cy="1617389"/>
      </dsp:txXfrm>
    </dsp:sp>
    <dsp:sp modelId="{C66833FB-F3BD-4937-89A3-301B0683A161}">
      <dsp:nvSpPr>
        <dsp:cNvPr id="0" name=""/>
        <dsp:cNvSpPr/>
      </dsp:nvSpPr>
      <dsp:spPr>
        <a:xfrm>
          <a:off x="1942151" y="1617806"/>
          <a:ext cx="6631297" cy="589399"/>
        </a:xfrm>
        <a:custGeom>
          <a:avLst/>
          <a:gdLst/>
          <a:ahLst/>
          <a:cxnLst/>
          <a:rect l="0" t="0" r="0" b="0"/>
          <a:pathLst>
            <a:path>
              <a:moveTo>
                <a:pt x="6631297" y="0"/>
              </a:moveTo>
              <a:lnTo>
                <a:pt x="6631297" y="311799"/>
              </a:lnTo>
              <a:lnTo>
                <a:pt x="0" y="311799"/>
              </a:lnTo>
              <a:lnTo>
                <a:pt x="0" y="589399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91294" y="1909406"/>
        <a:ext cx="333010" cy="6199"/>
      </dsp:txXfrm>
    </dsp:sp>
    <dsp:sp modelId="{ED9B6EDC-803D-4B7C-BB86-C899A2386CFD}">
      <dsp:nvSpPr>
        <dsp:cNvPr id="0" name=""/>
        <dsp:cNvSpPr/>
      </dsp:nvSpPr>
      <dsp:spPr>
        <a:xfrm>
          <a:off x="7225624" y="2217"/>
          <a:ext cx="2695649" cy="16173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/>
            <a:t>Conception</a:t>
          </a:r>
          <a:endParaRPr lang="en-US" sz="2600" kern="1200"/>
        </a:p>
      </dsp:txBody>
      <dsp:txXfrm>
        <a:off x="7225624" y="2217"/>
        <a:ext cx="2695649" cy="1617389"/>
      </dsp:txXfrm>
    </dsp:sp>
    <dsp:sp modelId="{C331416B-B938-455D-B5F1-58ADACF3FED3}">
      <dsp:nvSpPr>
        <dsp:cNvPr id="0" name=""/>
        <dsp:cNvSpPr/>
      </dsp:nvSpPr>
      <dsp:spPr>
        <a:xfrm>
          <a:off x="3288175" y="300258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7375" y="3045201"/>
        <a:ext cx="30999" cy="6199"/>
      </dsp:txXfrm>
    </dsp:sp>
    <dsp:sp modelId="{5F484F89-0199-4548-915B-AFD779C0E79E}">
      <dsp:nvSpPr>
        <dsp:cNvPr id="0" name=""/>
        <dsp:cNvSpPr/>
      </dsp:nvSpPr>
      <dsp:spPr>
        <a:xfrm>
          <a:off x="594326" y="2239606"/>
          <a:ext cx="2695649" cy="16173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Technologies utiliser</a:t>
          </a:r>
          <a:endParaRPr lang="en-US" sz="2600" kern="1200" dirty="0"/>
        </a:p>
      </dsp:txBody>
      <dsp:txXfrm>
        <a:off x="594326" y="2239606"/>
        <a:ext cx="2695649" cy="1617389"/>
      </dsp:txXfrm>
    </dsp:sp>
    <dsp:sp modelId="{EEBBAB01-1650-4A81-82F3-53CFF787449E}">
      <dsp:nvSpPr>
        <dsp:cNvPr id="0" name=""/>
        <dsp:cNvSpPr/>
      </dsp:nvSpPr>
      <dsp:spPr>
        <a:xfrm>
          <a:off x="6603824" y="300258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83024" y="3045201"/>
        <a:ext cx="30999" cy="6199"/>
      </dsp:txXfrm>
    </dsp:sp>
    <dsp:sp modelId="{612F53B9-5CF1-40EC-B42D-1B4DD20D1D97}">
      <dsp:nvSpPr>
        <dsp:cNvPr id="0" name=""/>
        <dsp:cNvSpPr/>
      </dsp:nvSpPr>
      <dsp:spPr>
        <a:xfrm>
          <a:off x="3909975" y="2239606"/>
          <a:ext cx="2695649" cy="16173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Implémentation </a:t>
          </a:r>
          <a:endParaRPr lang="en-US" sz="2600" kern="1200" dirty="0"/>
        </a:p>
      </dsp:txBody>
      <dsp:txXfrm>
        <a:off x="3909975" y="2239606"/>
        <a:ext cx="2695649" cy="1617389"/>
      </dsp:txXfrm>
    </dsp:sp>
    <dsp:sp modelId="{05CE8ED3-816D-45C1-9D16-DF812B98981A}">
      <dsp:nvSpPr>
        <dsp:cNvPr id="0" name=""/>
        <dsp:cNvSpPr/>
      </dsp:nvSpPr>
      <dsp:spPr>
        <a:xfrm>
          <a:off x="7225624" y="2239606"/>
          <a:ext cx="2695649" cy="16173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kern="1200" dirty="0"/>
            <a:t>Conclusion</a:t>
          </a:r>
          <a:endParaRPr lang="en-US" sz="2600" kern="1200" dirty="0"/>
        </a:p>
      </dsp:txBody>
      <dsp:txXfrm>
        <a:off x="7225624" y="2239606"/>
        <a:ext cx="2695649" cy="16173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A506F5-AA17-4A0D-89F4-7337034AA870}" type="datetimeFigureOut">
              <a:rPr lang="fr-FR" smtClean="0"/>
              <a:t>21/02/2026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4F0D0A-E7F1-49D5-951D-799503B5E3E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5322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C368F-4502-419D-948E-0AA737BB9FA5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4543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1D841-6392-4442-A966-F1BF90D3CA66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039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ECA33-ADDF-48C0-9A58-578F45DDAE82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8356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C94DF-6A70-45BA-831F-5735A094DD9D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778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B7BCA0-6C08-408D-B180-6D868549881D}" type="datetime1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4078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4F79-248C-4686-AE3C-45B483E2DDB6}" type="datetime1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7256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B553-A126-41A5-9BD0-2ED80C498EAC}" type="datetime1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397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21ABC-EB94-49C3-A7DC-E8AB4C745A49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8025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A7572-F908-41F0-86D1-E2DFA8DD6002}" type="datetime1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0171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EAC46-DBAA-41F4-A209-94B5B70C9F1A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6353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4365D-C69F-42FC-8F11-58E16F4BDB4E}" type="datetime1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48419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F5748EB-911B-45D4-AF66-6AABE5A7A551}" type="datetime1">
              <a:rPr lang="en-US" smtClean="0"/>
              <a:t>2/21/2026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3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1C4FDBE2-32F7-4AC4-A40C-C51C65B1D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2B33195-5BCA-4BB7-A82D-673952268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604789">
            <a:off x="675639" y="775849"/>
            <a:ext cx="2987899" cy="2987899"/>
          </a:xfrm>
          <a:prstGeom prst="arc">
            <a:avLst>
              <a:gd name="adj1" fmla="val 14455503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A6A8458-2A47-C6F2-2274-EAA5309D2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6278" y="936290"/>
            <a:ext cx="4425551" cy="2387600"/>
          </a:xfrm>
        </p:spPr>
        <p:txBody>
          <a:bodyPr>
            <a:normAutofit/>
          </a:bodyPr>
          <a:lstStyle/>
          <a:p>
            <a:r>
              <a:rPr lang="fr-FR" sz="4700" dirty="0">
                <a:solidFill>
                  <a:srgbClr val="FFFFFF"/>
                </a:solidFill>
              </a:rPr>
              <a:t>PFA : Plateforme web d’orientation scolaire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929956F-7ACC-E83F-1D16-1C6775586E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220540"/>
            <a:ext cx="4425551" cy="1466604"/>
          </a:xfrm>
        </p:spPr>
        <p:txBody>
          <a:bodyPr>
            <a:normAutofit/>
          </a:bodyPr>
          <a:lstStyle/>
          <a:p>
            <a:pPr algn="l"/>
            <a:r>
              <a:rPr lang="fr-FR" dirty="0">
                <a:solidFill>
                  <a:srgbClr val="FFFFFF"/>
                </a:solidFill>
              </a:rPr>
              <a:t>Réalisé et présenté </a:t>
            </a:r>
            <a:r>
              <a:rPr lang="fr-FR" dirty="0">
                <a:solidFill>
                  <a:srgbClr val="FFFFFF"/>
                </a:solidFill>
                <a:latin typeface="Avenir Next LT Pro" panose="020B0504020202020204" pitchFamily="34" charset="0"/>
                <a:cs typeface="Shruti" panose="020B0502040204020203" pitchFamily="34" charset="0"/>
              </a:rPr>
              <a:t>par</a:t>
            </a:r>
            <a:r>
              <a:rPr lang="fr-FR" dirty="0">
                <a:solidFill>
                  <a:srgbClr val="FFFFFF"/>
                </a:solidFill>
              </a:rPr>
              <a:t> : </a:t>
            </a:r>
          </a:p>
          <a:p>
            <a:pPr algn="l"/>
            <a:r>
              <a:rPr lang="fr-FR" dirty="0">
                <a:solidFill>
                  <a:srgbClr val="FFFFFF"/>
                </a:solidFill>
              </a:rPr>
              <a:t>Mlle. Meriam </a:t>
            </a:r>
            <a:r>
              <a:rPr lang="fr-FR" dirty="0" err="1">
                <a:solidFill>
                  <a:srgbClr val="FFFFFF"/>
                </a:solidFill>
              </a:rPr>
              <a:t>Erragragui</a:t>
            </a:r>
            <a:endParaRPr lang="fr-FR" dirty="0">
              <a:solidFill>
                <a:srgbClr val="FFFFFF"/>
              </a:solidFill>
            </a:endParaRPr>
          </a:p>
          <a:p>
            <a:pPr algn="l"/>
            <a:r>
              <a:rPr lang="fr-FR" dirty="0">
                <a:solidFill>
                  <a:srgbClr val="FFFFFF"/>
                </a:solidFill>
              </a:rPr>
              <a:t>Mr. Omar Tazi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156773-3FB3-46D9-9F87-821287404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3872" y="3116072"/>
            <a:ext cx="4378128" cy="3741928"/>
          </a:xfrm>
          <a:custGeom>
            <a:avLst/>
            <a:gdLst>
              <a:gd name="connsiteX0" fmla="*/ 2605183 w 4378128"/>
              <a:gd name="connsiteY0" fmla="*/ 0 h 3741928"/>
              <a:gd name="connsiteX1" fmla="*/ 4262321 w 4378128"/>
              <a:gd name="connsiteY1" fmla="*/ 594897 h 3741928"/>
              <a:gd name="connsiteX2" fmla="*/ 4378128 w 4378128"/>
              <a:gd name="connsiteY2" fmla="*/ 700149 h 3741928"/>
              <a:gd name="connsiteX3" fmla="*/ 4378128 w 4378128"/>
              <a:gd name="connsiteY3" fmla="*/ 3741928 h 3741928"/>
              <a:gd name="connsiteX4" fmla="*/ 263831 w 4378128"/>
              <a:gd name="connsiteY4" fmla="*/ 3741928 h 3741928"/>
              <a:gd name="connsiteX5" fmla="*/ 204729 w 4378128"/>
              <a:gd name="connsiteY5" fmla="*/ 3619238 h 3741928"/>
              <a:gd name="connsiteX6" fmla="*/ 0 w 4378128"/>
              <a:gd name="connsiteY6" fmla="*/ 2605183 h 3741928"/>
              <a:gd name="connsiteX7" fmla="*/ 2605183 w 4378128"/>
              <a:gd name="connsiteY7" fmla="*/ 0 h 3741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8128" h="3741928">
                <a:moveTo>
                  <a:pt x="2605183" y="0"/>
                </a:moveTo>
                <a:cubicBezTo>
                  <a:pt x="3234659" y="0"/>
                  <a:pt x="3811992" y="223253"/>
                  <a:pt x="4262321" y="594897"/>
                </a:cubicBezTo>
                <a:lnTo>
                  <a:pt x="4378128" y="700149"/>
                </a:lnTo>
                <a:lnTo>
                  <a:pt x="4378128" y="3741928"/>
                </a:lnTo>
                <a:lnTo>
                  <a:pt x="263831" y="3741928"/>
                </a:lnTo>
                <a:lnTo>
                  <a:pt x="204729" y="3619238"/>
                </a:lnTo>
                <a:cubicBezTo>
                  <a:pt x="72899" y="3307558"/>
                  <a:pt x="0" y="2964884"/>
                  <a:pt x="0" y="2605183"/>
                </a:cubicBezTo>
                <a:cubicBezTo>
                  <a:pt x="0" y="1166380"/>
                  <a:pt x="1166380" y="0"/>
                  <a:pt x="260518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8EA24D0-C854-4AA8-B8FD-D252660D8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99731" y="1"/>
            <a:ext cx="4208478" cy="3678281"/>
          </a:xfrm>
          <a:custGeom>
            <a:avLst/>
            <a:gdLst>
              <a:gd name="connsiteX0" fmla="*/ 711074 w 4208478"/>
              <a:gd name="connsiteY0" fmla="*/ 0 h 3678281"/>
              <a:gd name="connsiteX1" fmla="*/ 3497404 w 4208478"/>
              <a:gd name="connsiteY1" fmla="*/ 0 h 3678281"/>
              <a:gd name="connsiteX2" fmla="*/ 3592161 w 4208478"/>
              <a:gd name="connsiteY2" fmla="*/ 86120 h 3678281"/>
              <a:gd name="connsiteX3" fmla="*/ 4208478 w 4208478"/>
              <a:gd name="connsiteY3" fmla="*/ 1574042 h 3678281"/>
              <a:gd name="connsiteX4" fmla="*/ 2104239 w 4208478"/>
              <a:gd name="connsiteY4" fmla="*/ 3678281 h 3678281"/>
              <a:gd name="connsiteX5" fmla="*/ 0 w 4208478"/>
              <a:gd name="connsiteY5" fmla="*/ 1574042 h 3678281"/>
              <a:gd name="connsiteX6" fmla="*/ 616318 w 4208478"/>
              <a:gd name="connsiteY6" fmla="*/ 86120 h 3678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08478" h="3678281">
                <a:moveTo>
                  <a:pt x="711074" y="0"/>
                </a:moveTo>
                <a:lnTo>
                  <a:pt x="3497404" y="0"/>
                </a:lnTo>
                <a:lnTo>
                  <a:pt x="3592161" y="86120"/>
                </a:lnTo>
                <a:cubicBezTo>
                  <a:pt x="3972953" y="466913"/>
                  <a:pt x="4208478" y="992973"/>
                  <a:pt x="4208478" y="1574042"/>
                </a:cubicBezTo>
                <a:cubicBezTo>
                  <a:pt x="4208478" y="2736181"/>
                  <a:pt x="3266378" y="3678281"/>
                  <a:pt x="2104239" y="3678281"/>
                </a:cubicBezTo>
                <a:cubicBezTo>
                  <a:pt x="942100" y="3678281"/>
                  <a:pt x="0" y="2736181"/>
                  <a:pt x="0" y="1574042"/>
                </a:cubicBezTo>
                <a:cubicBezTo>
                  <a:pt x="0" y="992973"/>
                  <a:pt x="235525" y="466913"/>
                  <a:pt x="616318" y="86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7" descr="Une image contenant Police, Graphique, logo, graphisme&#10;&#10;Le contenu généré par l’IA peut être incorrect.">
            <a:extLst>
              <a:ext uri="{FF2B5EF4-FFF2-40B4-BE49-F238E27FC236}">
                <a16:creationId xmlns:a16="http://schemas.microsoft.com/office/drawing/2014/main" id="{883E5F1A-F5AC-D287-1AA9-1CAA2B313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029" y="982801"/>
            <a:ext cx="2867881" cy="1284125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CF8AD9F3-9AF6-494F-83A3-2F67756393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5976" y="2130090"/>
            <a:ext cx="457824" cy="445404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Image 11" descr="Une image contenant texte, Police, Graphique, graphisme&#10;&#10;Le contenu généré par l’IA peut être incorrect.">
            <a:extLst>
              <a:ext uri="{FF2B5EF4-FFF2-40B4-BE49-F238E27FC236}">
                <a16:creationId xmlns:a16="http://schemas.microsoft.com/office/drawing/2014/main" id="{8B05BDCA-A6AF-22E2-B490-EE538AE127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8699" y="4688390"/>
            <a:ext cx="3220809" cy="1204168"/>
          </a:xfrm>
          <a:custGeom>
            <a:avLst/>
            <a:gdLst/>
            <a:ahLst/>
            <a:cxnLst/>
            <a:rect l="l" t="t" r="r" b="b"/>
            <a:pathLst>
              <a:path w="2833631" h="2677010">
                <a:moveTo>
                  <a:pt x="49418" y="0"/>
                </a:moveTo>
                <a:lnTo>
                  <a:pt x="2784213" y="0"/>
                </a:lnTo>
                <a:cubicBezTo>
                  <a:pt x="2811506" y="0"/>
                  <a:pt x="2833631" y="22125"/>
                  <a:pt x="2833631" y="49418"/>
                </a:cubicBezTo>
                <a:lnTo>
                  <a:pt x="2833631" y="2627592"/>
                </a:lnTo>
                <a:cubicBezTo>
                  <a:pt x="2833631" y="2654885"/>
                  <a:pt x="2811506" y="2677010"/>
                  <a:pt x="2784213" y="2677010"/>
                </a:cubicBezTo>
                <a:lnTo>
                  <a:pt x="49418" y="2677010"/>
                </a:lnTo>
                <a:cubicBezTo>
                  <a:pt x="22125" y="2677010"/>
                  <a:pt x="0" y="2654885"/>
                  <a:pt x="0" y="2627592"/>
                </a:cubicBezTo>
                <a:lnTo>
                  <a:pt x="0" y="49418"/>
                </a:lnTo>
                <a:cubicBezTo>
                  <a:pt x="0" y="22125"/>
                  <a:pt x="22125" y="0"/>
                  <a:pt x="49418" y="0"/>
                </a:cubicBezTo>
                <a:close/>
              </a:path>
            </a:pathLst>
          </a:cu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938F30F3-0553-B660-2467-F2BB6F051136}"/>
              </a:ext>
            </a:extLst>
          </p:cNvPr>
          <p:cNvSpPr txBox="1"/>
          <p:nvPr/>
        </p:nvSpPr>
        <p:spPr>
          <a:xfrm>
            <a:off x="5611761" y="5803612"/>
            <a:ext cx="29988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Encadrée par : </a:t>
            </a:r>
          </a:p>
          <a:p>
            <a:r>
              <a:rPr lang="fr-FR" dirty="0">
                <a:solidFill>
                  <a:schemeClr val="bg1"/>
                </a:solidFill>
              </a:rPr>
              <a:t>Pr. Chaimae </a:t>
            </a:r>
            <a:r>
              <a:rPr lang="fr-FR" dirty="0" err="1">
                <a:solidFill>
                  <a:schemeClr val="bg1"/>
                </a:solidFill>
              </a:rPr>
              <a:t>Taoussi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6" name="Espace réservé du numéro de diapositive 15">
            <a:extLst>
              <a:ext uri="{FF2B5EF4-FFF2-40B4-BE49-F238E27FC236}">
                <a16:creationId xmlns:a16="http://schemas.microsoft.com/office/drawing/2014/main" id="{685A7E84-51D3-7E12-1B0F-C12990436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1</a:t>
            </a:fld>
            <a:endParaRPr lang="en-US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D70123D-B572-0C00-64E4-CC9A979F1FD7}"/>
              </a:ext>
            </a:extLst>
          </p:cNvPr>
          <p:cNvSpPr txBox="1"/>
          <p:nvPr/>
        </p:nvSpPr>
        <p:spPr>
          <a:xfrm>
            <a:off x="2288006" y="6499186"/>
            <a:ext cx="3533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CBE1C"/>
                </a:solidFill>
              </a:rPr>
              <a:t>Année Universitaire 2024/2025</a:t>
            </a:r>
          </a:p>
        </p:txBody>
      </p:sp>
    </p:spTree>
    <p:extLst>
      <p:ext uri="{BB962C8B-B14F-4D97-AF65-F5344CB8AC3E}">
        <p14:creationId xmlns:p14="http://schemas.microsoft.com/office/powerpoint/2010/main" val="5430469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17E9D7-38F0-9F20-2132-40E37E11C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rgbClr val="4B014E"/>
                </a:solidFill>
              </a:rPr>
              <a:t>Som</a:t>
            </a:r>
            <a:r>
              <a:rPr lang="fr-FR" dirty="0">
                <a:solidFill>
                  <a:srgbClr val="FCBE1C"/>
                </a:solidFill>
              </a:rPr>
              <a:t>maire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404C16-48DE-123C-63CD-89A89864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8" name="Espace réservé du contenu 2">
            <a:extLst>
              <a:ext uri="{FF2B5EF4-FFF2-40B4-BE49-F238E27FC236}">
                <a16:creationId xmlns:a16="http://schemas.microsoft.com/office/drawing/2014/main" id="{00951126-608D-152B-7783-77A935ECE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090616"/>
              </p:ext>
            </p:extLst>
          </p:nvPr>
        </p:nvGraphicFramePr>
        <p:xfrm>
          <a:off x="838200" y="1825625"/>
          <a:ext cx="10515600" cy="3859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53634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47C2A3A-C7AB-4193-83AA-FD911C1D79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graphicEl>
                                              <a:dgm id="{847C2A3A-C7AB-4193-83AA-FD911C1D79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graphicEl>
                                              <a:dgm id="{847C2A3A-C7AB-4193-83AA-FD911C1D79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>
                                            <p:graphicEl>
                                              <a:dgm id="{847C2A3A-C7AB-4193-83AA-FD911C1D79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D865259-2860-40A0-AA31-4EF8B8DDB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graphicEl>
                                              <a:dgm id="{BD865259-2860-40A0-AA31-4EF8B8DDB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graphicEl>
                                              <a:dgm id="{BD865259-2860-40A0-AA31-4EF8B8DDB2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>
                                            <p:graphicEl>
                                              <a:dgm id="{BD865259-2860-40A0-AA31-4EF8B8DDB2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2E5A00C-21A8-40B7-AD41-7A6E7571F9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>
                                            <p:graphicEl>
                                              <a:dgm id="{62E5A00C-21A8-40B7-AD41-7A6E7571F9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>
                                            <p:graphicEl>
                                              <a:dgm id="{62E5A00C-21A8-40B7-AD41-7A6E7571F9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graphicEl>
                                              <a:dgm id="{62E5A00C-21A8-40B7-AD41-7A6E7571F9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3711F25-8F4B-422F-9D0A-410F78A14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>
                                            <p:graphicEl>
                                              <a:dgm id="{63711F25-8F4B-422F-9D0A-410F78A14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>
                                            <p:graphicEl>
                                              <a:dgm id="{63711F25-8F4B-422F-9D0A-410F78A14B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graphicEl>
                                              <a:dgm id="{63711F25-8F4B-422F-9D0A-410F78A14B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D9B6EDC-803D-4B7C-BB86-C899A238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>
                                            <p:graphicEl>
                                              <a:dgm id="{ED9B6EDC-803D-4B7C-BB86-C899A238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graphicEl>
                                              <a:dgm id="{ED9B6EDC-803D-4B7C-BB86-C899A2386C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graphicEl>
                                              <a:dgm id="{ED9B6EDC-803D-4B7C-BB86-C899A2386C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6833FB-F3BD-4937-89A3-301B0683A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>
                                            <p:graphicEl>
                                              <a:dgm id="{C66833FB-F3BD-4937-89A3-301B0683A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>
                                            <p:graphicEl>
                                              <a:dgm id="{C66833FB-F3BD-4937-89A3-301B0683A1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graphicEl>
                                              <a:dgm id="{C66833FB-F3BD-4937-89A3-301B0683A16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5F484F89-0199-4548-915B-AFD779C0E7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>
                                            <p:graphicEl>
                                              <a:dgm id="{5F484F89-0199-4548-915B-AFD779C0E7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>
                                            <p:graphicEl>
                                              <a:dgm id="{5F484F89-0199-4548-915B-AFD779C0E7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graphicEl>
                                              <a:dgm id="{5F484F89-0199-4548-915B-AFD779C0E7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331416B-B938-455D-B5F1-58ADACF3F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">
                                            <p:graphicEl>
                                              <a:dgm id="{C331416B-B938-455D-B5F1-58ADACF3F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>
                                            <p:graphicEl>
                                              <a:dgm id="{C331416B-B938-455D-B5F1-58ADACF3FE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graphicEl>
                                              <a:dgm id="{C331416B-B938-455D-B5F1-58ADACF3FED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12F53B9-5CF1-40EC-B42D-1B4DD20D1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">
                                            <p:graphicEl>
                                              <a:dgm id="{612F53B9-5CF1-40EC-B42D-1B4DD20D1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">
                                            <p:graphicEl>
                                              <a:dgm id="{612F53B9-5CF1-40EC-B42D-1B4DD20D1D9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">
                                            <p:graphicEl>
                                              <a:dgm id="{612F53B9-5CF1-40EC-B42D-1B4DD20D1D9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EBBAB01-1650-4A81-82F3-53CFF7874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8">
                                            <p:graphicEl>
                                              <a:dgm id="{EEBBAB01-1650-4A81-82F3-53CFF7874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">
                                            <p:graphicEl>
                                              <a:dgm id="{EEBBAB01-1650-4A81-82F3-53CFF78744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>
                                            <p:graphicEl>
                                              <a:dgm id="{EEBBAB01-1650-4A81-82F3-53CFF78744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5CE8ED3-816D-45C1-9D16-DF812B989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>
                                            <p:graphicEl>
                                              <a:dgm id="{05CE8ED3-816D-45C1-9D16-DF812B989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>
                                            <p:graphicEl>
                                              <a:dgm id="{05CE8ED3-816D-45C1-9D16-DF812B9898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>
                                            <p:graphicEl>
                                              <a:dgm id="{05CE8ED3-816D-45C1-9D16-DF812B9898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CE71836-A1DA-C358-542F-669C3860A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4B014E"/>
                </a:solidFill>
              </a:rPr>
              <a:t>Intro</a:t>
            </a:r>
            <a:r>
              <a:rPr lang="fr-FR" dirty="0">
                <a:solidFill>
                  <a:srgbClr val="FCBE1C"/>
                </a:solidFill>
              </a:rPr>
              <a:t>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455B269-77EB-4EB7-D092-918756DA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000" b="1" dirty="0"/>
              <a:t>Contexte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Besoin croissant d’outils numériques pour accompagner les étudiants dans leur orientation.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Difficulté d’accès aux informations fiables sur les établissements internationaux.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Volonté de simplifier et digitaliser le processus de candidature.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000" b="1" dirty="0"/>
              <a:t>Problématique</a:t>
            </a:r>
          </a:p>
          <a:p>
            <a:pPr marL="0" indent="0">
              <a:buNone/>
            </a:pPr>
            <a:r>
              <a:rPr lang="fr-FR" sz="2000" dirty="0"/>
              <a:t>Comment concevoir une </a:t>
            </a:r>
            <a:r>
              <a:rPr lang="fr-FR" sz="2000" b="1" dirty="0"/>
              <a:t>plateforme simple, intelligente et évolutive</a:t>
            </a:r>
            <a:r>
              <a:rPr lang="fr-FR" sz="2000" dirty="0"/>
              <a:t> qui aide les étudiants à 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Identifier leur profil scolaire et professionnel.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Obtenir des recommandations personnalisées sur le choix de filière.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2000" dirty="0"/>
              <a:t>Postuler facilement à des établissements supérieurs à l’étranger (ex. Chine, Chypre).</a:t>
            </a:r>
          </a:p>
          <a:p>
            <a:endParaRPr lang="fr-FR" sz="20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28AB081-EFD9-3EA7-E53B-729240E5F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19860" y="6356350"/>
            <a:ext cx="15339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2165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A059C7B-4A50-AD6A-8C5F-DF584F41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4B014E"/>
                </a:solidFill>
              </a:rPr>
              <a:t>Cadre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>
                <a:solidFill>
                  <a:srgbClr val="FCBE1C"/>
                </a:solidFill>
              </a:rPr>
              <a:t>du </a:t>
            </a:r>
            <a:r>
              <a:rPr lang="en-US" dirty="0" err="1">
                <a:solidFill>
                  <a:srgbClr val="FCBE1C"/>
                </a:solidFill>
              </a:rPr>
              <a:t>projet</a:t>
            </a:r>
            <a:br>
              <a:rPr lang="en-US" dirty="0">
                <a:solidFill>
                  <a:srgbClr val="FFFFFF"/>
                </a:solidFill>
              </a:rPr>
            </a:b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FBBDDD-BC6B-67DF-47EA-3D07E567E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903" y="820879"/>
            <a:ext cx="6341049" cy="539894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Avenir Next LT Pro" panose="020B0504020202020204" pitchFamily="34" charset="0"/>
              </a:rPr>
              <a:t>Projet réalisé dans le cadre d’un stage de fin d’année</a:t>
            </a:r>
          </a:p>
          <a:p>
            <a:r>
              <a:rPr lang="fr-FR" sz="2400" dirty="0">
                <a:latin typeface="Avenir Next LT Pro" panose="020B0504020202020204" pitchFamily="34" charset="0"/>
              </a:rPr>
              <a:t>Thème : Plateforme digitale d’orientation scolaire </a:t>
            </a:r>
          </a:p>
          <a:p>
            <a:r>
              <a:rPr lang="fr-FR" sz="2400" dirty="0">
                <a:latin typeface="Avenir Next LT Pro" panose="020B0504020202020204" pitchFamily="34" charset="0"/>
              </a:rPr>
              <a:t>Entreprise d’accueil : </a:t>
            </a:r>
            <a:r>
              <a:rPr lang="fr-FR" sz="2400" dirty="0" err="1">
                <a:solidFill>
                  <a:srgbClr val="FCBE1C"/>
                </a:solidFill>
                <a:latin typeface="Avenir Next LT Pro" panose="020B0504020202020204" pitchFamily="34" charset="0"/>
              </a:rPr>
              <a:t>Dir</a:t>
            </a:r>
            <a:r>
              <a:rPr lang="fr-FR" sz="2400" dirty="0" err="1">
                <a:solidFill>
                  <a:srgbClr val="4B014E"/>
                </a:solidFill>
                <a:latin typeface="Avenir Next LT Pro" panose="020B0504020202020204" pitchFamily="34" charset="0"/>
              </a:rPr>
              <a:t>Avenir</a:t>
            </a:r>
            <a:endParaRPr lang="fr-FR" sz="2400" dirty="0">
              <a:solidFill>
                <a:srgbClr val="4B014E"/>
              </a:solidFill>
              <a:latin typeface="Avenir Next LT Pro" panose="020B0504020202020204" pitchFamily="34" charset="0"/>
            </a:endParaRPr>
          </a:p>
          <a:p>
            <a:r>
              <a:rPr lang="fr-FR" sz="2400" dirty="0">
                <a:latin typeface="Avenir Next LT Pro" panose="020B0504020202020204" pitchFamily="34" charset="0"/>
              </a:rPr>
              <a:t>Durée : 2 mois</a:t>
            </a:r>
          </a:p>
          <a:p>
            <a:r>
              <a:rPr lang="fr-FR" sz="2400" dirty="0">
                <a:latin typeface="Avenir Next LT Pro" panose="020B0504020202020204" pitchFamily="34" charset="0"/>
              </a:rPr>
              <a:t>Encadrement : École EMSI (Pr. Chaimae </a:t>
            </a:r>
            <a:r>
              <a:rPr lang="fr-FR" sz="2400" dirty="0" err="1">
                <a:latin typeface="Avenir Next LT Pro" panose="020B0504020202020204" pitchFamily="34" charset="0"/>
              </a:rPr>
              <a:t>Taoussi</a:t>
            </a:r>
            <a:r>
              <a:rPr lang="fr-FR" sz="2400" dirty="0">
                <a:latin typeface="Avenir Next LT Pro" panose="020B0504020202020204" pitchFamily="34" charset="0"/>
              </a:rPr>
              <a:t>)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1CCF671-99E9-6480-8CB6-513A9EBBE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330" y="6356350"/>
            <a:ext cx="84747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354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A384A6C-D694-F622-C3A1-139CCE4E7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4B014E"/>
                </a:solidFill>
                <a:latin typeface="+mj-lt"/>
                <a:ea typeface="+mj-ea"/>
                <a:cs typeface="+mj-cs"/>
              </a:rPr>
              <a:t>Conc</a:t>
            </a:r>
            <a:r>
              <a:rPr lang="en-US" sz="6000" kern="1200" dirty="0">
                <a:solidFill>
                  <a:srgbClr val="FCBE1C"/>
                </a:solidFill>
                <a:latin typeface="+mj-lt"/>
                <a:ea typeface="+mj-ea"/>
                <a:cs typeface="+mj-cs"/>
              </a:rPr>
              <a:t>eption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14A4D-D583-41F8-C90A-6441A9853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444" y="6356350"/>
            <a:ext cx="8863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2">
                <a:lumMod val="75000"/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42377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4A4F7-DDA0-D36C-C193-8553A16DE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4B014E"/>
                </a:solidFill>
              </a:rPr>
              <a:t>Diagramme de cas </a:t>
            </a:r>
            <a:r>
              <a:rPr lang="fr-FR" dirty="0">
                <a:solidFill>
                  <a:srgbClr val="FCBE1C"/>
                </a:solidFill>
              </a:rPr>
              <a:t>d’utilisation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799DDC7-D499-24CE-853E-0B3B4EAB0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6</a:t>
            </a:fld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3F892ED-5126-9AA7-7CDB-EB933C163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039" y="2162250"/>
            <a:ext cx="8503921" cy="442142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E37C0DD-C09D-3D62-0409-F6EB29B4810D}"/>
              </a:ext>
            </a:extLst>
          </p:cNvPr>
          <p:cNvSpPr txBox="1"/>
          <p:nvPr/>
        </p:nvSpPr>
        <p:spPr>
          <a:xfrm>
            <a:off x="985520" y="1697276"/>
            <a:ext cx="323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/>
              <a:t>Étudiant</a:t>
            </a:r>
          </a:p>
        </p:txBody>
      </p:sp>
    </p:spTree>
    <p:extLst>
      <p:ext uri="{BB962C8B-B14F-4D97-AF65-F5344CB8AC3E}">
        <p14:creationId xmlns:p14="http://schemas.microsoft.com/office/powerpoint/2010/main" val="25507738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5E1B6D-626B-4F6A-3E1A-D3A63E133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4B014E"/>
                </a:solidFill>
              </a:rPr>
              <a:t>Diagramme de cas </a:t>
            </a:r>
            <a:r>
              <a:rPr lang="fr-FR" dirty="0">
                <a:solidFill>
                  <a:srgbClr val="FCBE1C"/>
                </a:solidFill>
              </a:rPr>
              <a:t>d’utilisation</a:t>
            </a:r>
            <a:endParaRPr lang="fr-FR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ADB9E92-A408-B3CC-DADF-E488E01A6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7</a:t>
            </a:fld>
            <a:endParaRPr lang="en-US"/>
          </a:p>
        </p:txBody>
      </p:sp>
      <p:pic>
        <p:nvPicPr>
          <p:cNvPr id="4" name="Image 3" descr="Une image contenant diagramme, dessin, croquis, ligne&#10;&#10;Le contenu généré par l’IA peut être incorrect.">
            <a:extLst>
              <a:ext uri="{FF2B5EF4-FFF2-40B4-BE49-F238E27FC236}">
                <a16:creationId xmlns:a16="http://schemas.microsoft.com/office/drawing/2014/main" id="{48EDE37A-0A77-E908-5783-228678D90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960" y="2082801"/>
            <a:ext cx="7660640" cy="4638674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09AC15E-9A0A-A1EF-BD4D-9C93BD1C0129}"/>
              </a:ext>
            </a:extLst>
          </p:cNvPr>
          <p:cNvSpPr txBox="1"/>
          <p:nvPr/>
        </p:nvSpPr>
        <p:spPr>
          <a:xfrm>
            <a:off x="838200" y="16017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u="sng" dirty="0"/>
              <a:t>Administrateur</a:t>
            </a:r>
          </a:p>
        </p:txBody>
      </p:sp>
    </p:spTree>
    <p:extLst>
      <p:ext uri="{BB962C8B-B14F-4D97-AF65-F5344CB8AC3E}">
        <p14:creationId xmlns:p14="http://schemas.microsoft.com/office/powerpoint/2010/main" val="31823355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7D959E-D33D-DA0C-1F52-882F15B47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4B014E"/>
                </a:solidFill>
              </a:rPr>
              <a:t>Diagramme</a:t>
            </a:r>
            <a:r>
              <a:rPr lang="fr-FR" dirty="0"/>
              <a:t> </a:t>
            </a:r>
            <a:r>
              <a:rPr lang="fr-FR" dirty="0">
                <a:solidFill>
                  <a:srgbClr val="FCBE1C"/>
                </a:solidFill>
              </a:rPr>
              <a:t>de classe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ADD888-88D7-A82C-2CD0-56F1C352A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8</a:t>
            </a:fld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972749C-94BC-B3AB-CFBC-0631BB898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899" y="1724659"/>
            <a:ext cx="10018206" cy="447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2012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225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906963" y="1348064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56E5CBF-EE76-FCA1-7D61-C27AD1ED9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fr-FR" sz="4100" dirty="0">
                <a:solidFill>
                  <a:srgbClr val="4B014E"/>
                </a:solidFill>
              </a:rPr>
              <a:t>Technologies</a:t>
            </a:r>
            <a:r>
              <a:rPr lang="fr-FR" sz="4100" dirty="0">
                <a:solidFill>
                  <a:srgbClr val="FFFFFF"/>
                </a:solidFill>
              </a:rPr>
              <a:t> </a:t>
            </a:r>
            <a:r>
              <a:rPr lang="fr-FR" sz="4100" dirty="0">
                <a:solidFill>
                  <a:srgbClr val="FCBE1C"/>
                </a:solidFill>
              </a:rPr>
              <a:t>utilisées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173F51A-630C-F26E-3F16-9A9EECE5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64504" y="6356350"/>
            <a:ext cx="168929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6D6F8E1E-4FBE-92DF-16D1-E40A4C1CC7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9800487"/>
              </p:ext>
            </p:extLst>
          </p:nvPr>
        </p:nvGraphicFramePr>
        <p:xfrm>
          <a:off x="5237018" y="1543819"/>
          <a:ext cx="6303730" cy="37805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2448">
                  <a:extLst>
                    <a:ext uri="{9D8B030D-6E8A-4147-A177-3AD203B41FA5}">
                      <a16:colId xmlns:a16="http://schemas.microsoft.com/office/drawing/2014/main" val="435091875"/>
                    </a:ext>
                  </a:extLst>
                </a:gridCol>
                <a:gridCol w="3021282">
                  <a:extLst>
                    <a:ext uri="{9D8B030D-6E8A-4147-A177-3AD203B41FA5}">
                      <a16:colId xmlns:a16="http://schemas.microsoft.com/office/drawing/2014/main" val="845759747"/>
                    </a:ext>
                  </a:extLst>
                </a:gridCol>
              </a:tblGrid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solidFill>
                            <a:srgbClr val="4B014E"/>
                          </a:solidFill>
                        </a:rPr>
                        <a:t>Structure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 dirty="0">
                          <a:solidFill>
                            <a:srgbClr val="FCBE1C"/>
                          </a:solidFill>
                        </a:rPr>
                        <a:t>Technologies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1131393235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Backend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Django (Python)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1353106935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Frontend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React.js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4040781527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Base de données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MySQL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3893430147"/>
                  </a:ext>
                </a:extLst>
              </a:tr>
              <a:tr h="732366">
                <a:tc>
                  <a:txBody>
                    <a:bodyPr/>
                    <a:lstStyle/>
                    <a:p>
                      <a:pPr algn="ctr"/>
                      <a:r>
                        <a:rPr lang="fr-FR" sz="1900" dirty="0"/>
                        <a:t>Design &amp; UI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altLang="fr-FR" sz="1900">
                          <a:latin typeface="Arial" panose="020B0604020202020204" pitchFamily="34" charset="0"/>
                        </a:rPr>
                        <a:t>Bootstrap, TailwindCSS, Framer Motion</a:t>
                      </a:r>
                      <a:endParaRPr lang="fr-FR" sz="1900"/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2181512383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Graphiques &amp; visuels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fr-FR" sz="1900">
                          <a:latin typeface="Arial" panose="020B0604020202020204" pitchFamily="34" charset="0"/>
                        </a:rPr>
                        <a:t>Chart.js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2535836300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Traduction multilingue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fr-FR" sz="1900">
                          <a:latin typeface="Arial" panose="020B0604020202020204" pitchFamily="34" charset="0"/>
                        </a:rPr>
                        <a:t>i18next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3300112297"/>
                  </a:ext>
                </a:extLst>
              </a:tr>
              <a:tr h="435461">
                <a:tc>
                  <a:txBody>
                    <a:bodyPr/>
                    <a:lstStyle/>
                    <a:p>
                      <a:pPr algn="ctr"/>
                      <a:r>
                        <a:rPr lang="fr-FR" sz="1900"/>
                        <a:t>Outils de versioning &amp; dev </a:t>
                      </a:r>
                    </a:p>
                  </a:txBody>
                  <a:tcPr marL="98968" marR="98968" marT="49484" marB="49484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altLang="fr-FR" sz="1900" dirty="0">
                          <a:latin typeface="Arial" panose="020B0604020202020204" pitchFamily="34" charset="0"/>
                        </a:rPr>
                        <a:t>GitHub, VS Code</a:t>
                      </a:r>
                    </a:p>
                  </a:txBody>
                  <a:tcPr marL="98968" marR="98968" marT="49484" marB="49484"/>
                </a:tc>
                <a:extLst>
                  <a:ext uri="{0D108BD9-81ED-4DB2-BD59-A6C34878D82A}">
                    <a16:rowId xmlns:a16="http://schemas.microsoft.com/office/drawing/2014/main" val="2908944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03344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AB83C82-30AD-4DF2-A9AD-CE1547FD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Oval 15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1DF6810-30E9-9DFD-3ED6-B408F933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4B014E"/>
                </a:solidFill>
                <a:latin typeface="+mj-lt"/>
                <a:ea typeface="+mj-ea"/>
                <a:cs typeface="+mj-cs"/>
              </a:rPr>
              <a:t>Impleme</a:t>
            </a:r>
            <a:r>
              <a:rPr lang="en-US" sz="6000" kern="1200" dirty="0">
                <a:solidFill>
                  <a:srgbClr val="FCBE1C"/>
                </a:solidFill>
                <a:latin typeface="+mj-lt"/>
                <a:ea typeface="+mj-ea"/>
                <a:cs typeface="+mj-cs"/>
              </a:rPr>
              <a:t>ntation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7BA5B87-9A12-B90E-E031-FEE71D307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7444" y="6356350"/>
            <a:ext cx="88635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l 19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4929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60B0EFB-53ED-4F35-B05D-F658EA021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Cubes connectés avec une ligne rouge">
            <a:extLst>
              <a:ext uri="{FF2B5EF4-FFF2-40B4-BE49-F238E27FC236}">
                <a16:creationId xmlns:a16="http://schemas.microsoft.com/office/drawing/2014/main" id="{D574FDFF-B411-29B7-B6BD-93E4B1BC84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56" r="17026" b="-1"/>
          <a:stretch>
            <a:fillRect/>
          </a:stretch>
        </p:blipFill>
        <p:spPr>
          <a:xfrm>
            <a:off x="-7366" y="10"/>
            <a:ext cx="4855591" cy="6857990"/>
          </a:xfrm>
          <a:custGeom>
            <a:avLst/>
            <a:gdLst/>
            <a:ahLst/>
            <a:cxnLst/>
            <a:rect l="l" t="t" r="r" b="b"/>
            <a:pathLst>
              <a:path w="4636517" h="6858000">
                <a:moveTo>
                  <a:pt x="0" y="0"/>
                </a:moveTo>
                <a:lnTo>
                  <a:pt x="4636517" y="0"/>
                </a:lnTo>
                <a:lnTo>
                  <a:pt x="463651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!!Arc">
            <a:extLst>
              <a:ext uri="{FF2B5EF4-FFF2-40B4-BE49-F238E27FC236}">
                <a16:creationId xmlns:a16="http://schemas.microsoft.com/office/drawing/2014/main" id="{835EF3DD-7D43-4A27-8967-A92FD8CC9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3531" y="407987"/>
            <a:ext cx="2987899" cy="2987899"/>
          </a:xfrm>
          <a:prstGeom prst="arc">
            <a:avLst>
              <a:gd name="adj1" fmla="val 16200000"/>
              <a:gd name="adj2" fmla="val 256372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6C921E4-E1F3-7A4E-3B31-1ED84D869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48" y="407987"/>
            <a:ext cx="5721484" cy="1325563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4B014E"/>
                </a:solidFill>
              </a:rPr>
              <a:t>Conc</a:t>
            </a:r>
            <a:r>
              <a:rPr lang="fr-FR" dirty="0">
                <a:solidFill>
                  <a:srgbClr val="FCBE1C"/>
                </a:solidFill>
              </a:rPr>
              <a:t>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4886D9-7382-7923-EEF4-6DD252BD0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079" y="1731962"/>
            <a:ext cx="7195287" cy="5126038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1800" b="1" dirty="0"/>
              <a:t>Ce que nous avons appris</a:t>
            </a:r>
          </a:p>
          <a:p>
            <a:r>
              <a:rPr lang="fr-FR" sz="1800" dirty="0"/>
              <a:t>Application concrète de Django et </a:t>
            </a:r>
            <a:r>
              <a:rPr lang="fr-FR" sz="1800" dirty="0" err="1"/>
              <a:t>React</a:t>
            </a:r>
            <a:endParaRPr lang="fr-FR" sz="1800" dirty="0"/>
          </a:p>
          <a:p>
            <a:r>
              <a:rPr lang="fr-FR" sz="1800" dirty="0"/>
              <a:t>Utilisation de la modélisation UML</a:t>
            </a:r>
          </a:p>
          <a:p>
            <a:r>
              <a:rPr lang="fr-FR" sz="1800" dirty="0"/>
              <a:t>Gestion d’une base de données relationnelle (MySQL)</a:t>
            </a:r>
          </a:p>
          <a:p>
            <a:r>
              <a:rPr lang="fr-FR" sz="1800" dirty="0"/>
              <a:t>Organisation et travail en équipe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800" b="1" dirty="0"/>
              <a:t> Difficultés rencontrées</a:t>
            </a:r>
          </a:p>
          <a:p>
            <a:r>
              <a:rPr lang="fr-FR" sz="1800" dirty="0"/>
              <a:t>Mise en place de la base de données et relations</a:t>
            </a:r>
          </a:p>
          <a:p>
            <a:r>
              <a:rPr lang="fr-FR" sz="1800" dirty="0"/>
              <a:t>Gestion des erreurs et validations</a:t>
            </a:r>
          </a:p>
          <a:p>
            <a:r>
              <a:rPr lang="fr-FR" sz="1800" dirty="0"/>
              <a:t>Intégration du test d’orientation et vues dynamiques</a:t>
            </a:r>
          </a:p>
          <a:p>
            <a:r>
              <a:rPr lang="fr-FR" sz="1800" dirty="0"/>
              <a:t>Mise en place de l’authentification sociale (Google, Facebook, Apple)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1800" b="1" dirty="0"/>
              <a:t>Perspectives d’amélioration</a:t>
            </a:r>
          </a:p>
          <a:p>
            <a:r>
              <a:rPr lang="fr-FR" sz="1800" dirty="0"/>
              <a:t>Mise en place d’une authentification à deux facteurs</a:t>
            </a:r>
          </a:p>
          <a:p>
            <a:r>
              <a:rPr lang="fr-FR" sz="1800" dirty="0"/>
              <a:t>Extension vers d’autres pays (en plus de la Chine et Chypre)</a:t>
            </a:r>
          </a:p>
          <a:p>
            <a:r>
              <a:rPr lang="fr-FR" sz="1800" dirty="0"/>
              <a:t>Génération de rapports PDF / Excel</a:t>
            </a:r>
          </a:p>
          <a:p>
            <a:r>
              <a:rPr lang="fr-FR" sz="1800" dirty="0"/>
              <a:t>Développement d’une application mobile</a:t>
            </a:r>
          </a:p>
          <a:p>
            <a:pPr marL="0" indent="0">
              <a:buNone/>
            </a:pPr>
            <a:endParaRPr lang="fr-FR" sz="5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E3F742-E8E8-453D-8152-F4EE2391F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47382" y="6356350"/>
            <a:ext cx="130641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2378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1AFEA-2442-4A9F-BA37-8C469F306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6BAD46-4A03-F9A0-7E5C-E25FE3B7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908" y="637046"/>
            <a:ext cx="5174207" cy="29714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rgbClr val="4B014E"/>
                </a:solidFill>
                <a:latin typeface="+mj-lt"/>
                <a:ea typeface="+mj-ea"/>
                <a:cs typeface="+mj-cs"/>
              </a:rPr>
              <a:t>Fin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9D840F2-E175-6FDF-C38C-A3E8173C9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08" y="3700594"/>
            <a:ext cx="5174207" cy="1963486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rgbClr val="FCBE1C"/>
                </a:solidFill>
                <a:latin typeface="+mn-lt"/>
                <a:ea typeface="+mn-ea"/>
                <a:cs typeface="+mn-cs"/>
              </a:rPr>
              <a:t>Merci pour </a:t>
            </a:r>
            <a:r>
              <a:rPr lang="en-US" sz="2400" kern="1200" dirty="0" err="1">
                <a:solidFill>
                  <a:srgbClr val="FCBE1C"/>
                </a:solidFill>
                <a:latin typeface="+mn-lt"/>
                <a:ea typeface="+mn-ea"/>
                <a:cs typeface="+mn-cs"/>
              </a:rPr>
              <a:t>votre</a:t>
            </a:r>
            <a:r>
              <a:rPr lang="en-US" sz="2400" kern="1200" dirty="0">
                <a:solidFill>
                  <a:srgbClr val="FCBE1C"/>
                </a:solidFill>
                <a:latin typeface="+mn-lt"/>
                <a:ea typeface="+mn-ea"/>
                <a:cs typeface="+mn-cs"/>
              </a:rPr>
              <a:t> attention !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Block Arc 18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168ED4E-30A3-548D-D193-BEA8A677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3112" y="6356350"/>
            <a:ext cx="152068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854181D-6920-4594-9A5D-6CE56DC9F8B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872052">
            <a:off x="6113252" y="4145122"/>
            <a:ext cx="4083433" cy="4083433"/>
          </a:xfrm>
          <a:prstGeom prst="arc">
            <a:avLst/>
          </a:prstGeom>
          <a:ln w="127000" cap="rnd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59162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ShapesVTI">
  <a:themeElements>
    <a:clrScheme name="Office">
      <a:dk1>
        <a:srgbClr val="000000"/>
      </a:dk1>
      <a:lt1>
        <a:srgbClr val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1C3F2734C7D24EAB4F198017CB0FBA" ma:contentTypeVersion="2" ma:contentTypeDescription="Crée un document." ma:contentTypeScope="" ma:versionID="b6b9130c6023f55b86d9f9b701d4e9aa">
  <xsd:schema xmlns:xsd="http://www.w3.org/2001/XMLSchema" xmlns:xs="http://www.w3.org/2001/XMLSchema" xmlns:p="http://schemas.microsoft.com/office/2006/metadata/properties" xmlns:ns3="225f4b27-d771-4310-8e31-d8c02a34e9e8" targetNamespace="http://schemas.microsoft.com/office/2006/metadata/properties" ma:root="true" ma:fieldsID="48defff77942c2ce9e6f69f601c33172" ns3:_="">
    <xsd:import namespace="225f4b27-d771-4310-8e31-d8c02a34e9e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f4b27-d771-4310-8e31-d8c02a34e9e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25f4b27-d771-4310-8e31-d8c02a34e9e8" xsi:nil="true"/>
  </documentManagement>
</p:properties>
</file>

<file path=customXml/itemProps1.xml><?xml version="1.0" encoding="utf-8"?>
<ds:datastoreItem xmlns:ds="http://schemas.openxmlformats.org/officeDocument/2006/customXml" ds:itemID="{D81E32D7-38D9-4902-90CE-57CA76FB8E4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A515ED-1965-4F03-A48F-F8461E5890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5f4b27-d771-4310-8e31-d8c02a34e9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AFDE3F1-F711-40A4-A09E-4F8C3074E442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25f4b27-d771-4310-8e31-d8c02a34e9e8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338</Words>
  <Application>Microsoft Office PowerPoint</Application>
  <PresentationFormat>Grand écran</PresentationFormat>
  <Paragraphs>84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Aptos</vt:lpstr>
      <vt:lpstr>Arial</vt:lpstr>
      <vt:lpstr>Avenir Next LT Pro</vt:lpstr>
      <vt:lpstr>Calibri</vt:lpstr>
      <vt:lpstr>Tw Cen MT</vt:lpstr>
      <vt:lpstr>Wingdings</vt:lpstr>
      <vt:lpstr>ShapesVTI</vt:lpstr>
      <vt:lpstr>PFA : Plateforme web d’orientation scolaire</vt:lpstr>
      <vt:lpstr>Sommaire</vt:lpstr>
      <vt:lpstr>Introduction</vt:lpstr>
      <vt:lpstr>Cadre du projet </vt:lpstr>
      <vt:lpstr>Conception</vt:lpstr>
      <vt:lpstr>Diagramme de cas d’utilisation</vt:lpstr>
      <vt:lpstr>Diagramme de cas d’utilisation</vt:lpstr>
      <vt:lpstr>Diagramme de classe</vt:lpstr>
      <vt:lpstr>Technologies utilisées</vt:lpstr>
      <vt:lpstr>Implementation</vt:lpstr>
      <vt:lpstr>Conclusion</vt:lpstr>
      <vt:lpstr>Fin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Tazi</dc:creator>
  <cp:lastModifiedBy>Omar Tazi</cp:lastModifiedBy>
  <cp:revision>2</cp:revision>
  <dcterms:created xsi:type="dcterms:W3CDTF">2025-09-03T13:46:27Z</dcterms:created>
  <dcterms:modified xsi:type="dcterms:W3CDTF">2026-02-21T13:28:27Z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0x010100121C3F2734C7D24EAB4F198017CB0FBA</vt:lpwstr>
  </property>
</Properties>
</file>